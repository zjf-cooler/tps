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PowerPoint Presentation</a:t>
            </a:r>
          </a:p>
        </p:txBody>
      </p:sp>
      <p:sp>
        <p:nvSpPr>
          <p:cNvPr id="4" name="矩形 3"/>
          <p:cNvSpPr/>
          <p:nvPr/>
        </p:nvSpPr>
        <p:spPr>
          <a:xfrm>
            <a:off x="7474585" y="0"/>
            <a:ext cx="1766570" cy="342900"/>
          </a:xfrm>
          <a:prstGeom prst="rect">
            <a:avLst/>
          </a:prstGeom>
        </p:spPr>
        <p:txBody>
          <a:bodyPr/>
          <a:lstStyle/>
          <a:p>
            <a:r>
              <a:rPr sz="1800" b="1"/>
              <a:t>★外部公开★</a:t>
            </a:r>
            <a:endParaRPr sz="1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viewer testing</a:t>
            </a:r>
          </a:p>
          <a:p>
            <a:pPr lvl="1"/>
            <a:r>
              <a:t>Multiple slide layouts</a:t>
            </a:r>
          </a:p>
          <a:p>
            <a:pPr lvl="1"/>
            <a:r>
              <a:t>Text formatting</a:t>
            </a:r>
          </a:p>
          <a:p>
            <a:pPr lvl="1"/>
            <a:r>
              <a:t>Bullet points</a:t>
            </a:r>
          </a:p>
        </p:txBody>
      </p:sp>
      <p:sp>
        <p:nvSpPr>
          <p:cNvPr id="4" name="矩形 3"/>
          <p:cNvSpPr/>
          <p:nvPr/>
        </p:nvSpPr>
        <p:spPr>
          <a:xfrm>
            <a:off x="7869600" y="0"/>
            <a:ext cx="1371600" cy="342900"/>
          </a:xfrm>
          <a:prstGeom prst="rect">
            <a:avLst/>
          </a:prstGeom>
        </p:spPr>
        <p:txBody>
          <a:bodyPr/>
          <a:lstStyle/>
          <a:p>
            <a:r>
              <a:rPr sz="1800" b="1"/>
              <a:t>★外部公开★</a:t>
            </a:r>
            <a:endParaRPr sz="1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WPS 演示</Application>
  <PresentationFormat>On-screen Show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Hello, World!</vt:lpstr>
      <vt:lpstr>Key Features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zhang.ziliang</cp:lastModifiedBy>
  <cp:revision>2</cp:revision>
  <dcterms:created xsi:type="dcterms:W3CDTF">2013-01-27T09:14:00Z</dcterms:created>
  <dcterms:modified xsi:type="dcterms:W3CDTF">2026-08-14T03:58:35Z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CD96662B3DBD44CC939E2F4370F91466_12</vt:lpwstr>
  </property>
  <property fmtid="{D5CDD505-2E9C-101B-9397-08002B2CF9AE}" pid="3" name="KSOProductBuildVer">
    <vt:lpwstr>2052-12.1.0.23122</vt:lpwstr>
  </property>
</Properties>
</file>